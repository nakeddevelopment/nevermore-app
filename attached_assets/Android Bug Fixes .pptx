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70713f5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70713f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70713f57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70713f5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70713f57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70713f57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707edc78b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707edc78b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70713f57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70713f57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707edc78b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707edc78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707edc78b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707edc78b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707edc78b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f707edc78b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9900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hyperlink" Target="mailto:Louis@nevermoreapp.com" TargetMode="External"/><Relationship Id="rId4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Bug Fixes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Nevermore App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128325"/>
            <a:ext cx="8520600" cy="6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Invite a Loved One Screen (after account creation)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“next” and “skip button” are over the top the quote.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Please correct positioning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 txBox="1"/>
          <p:nvPr>
            <p:ph idx="2" type="body"/>
          </p:nvPr>
        </p:nvSpPr>
        <p:spPr>
          <a:xfrm>
            <a:off x="6096350" y="1152475"/>
            <a:ext cx="894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48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351" y="877175"/>
            <a:ext cx="1830474" cy="3967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- 10 seconds +10 second seek controls not working 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When trying to fast forward through content either in the 40 day journey or in the </a:t>
            </a:r>
            <a:r>
              <a:rPr lang="en">
                <a:solidFill>
                  <a:schemeClr val="dk1"/>
                </a:solidFill>
              </a:rPr>
              <a:t>temptations</a:t>
            </a:r>
            <a:r>
              <a:rPr lang="en">
                <a:solidFill>
                  <a:schemeClr val="dk1"/>
                </a:solidFill>
              </a:rPr>
              <a:t>, it does not </a:t>
            </a:r>
            <a:r>
              <a:rPr lang="en">
                <a:solidFill>
                  <a:schemeClr val="dk1"/>
                </a:solidFill>
              </a:rPr>
              <a:t>work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This issue is </a:t>
            </a:r>
            <a:r>
              <a:rPr lang="en">
                <a:solidFill>
                  <a:schemeClr val="dk1"/>
                </a:solidFill>
              </a:rPr>
              <a:t>sporadic</a:t>
            </a:r>
            <a:r>
              <a:rPr lang="en">
                <a:solidFill>
                  <a:schemeClr val="dk1"/>
                </a:solidFill>
              </a:rPr>
              <a:t>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Please correct so that the media player has full </a:t>
            </a:r>
            <a:r>
              <a:rPr lang="en">
                <a:solidFill>
                  <a:schemeClr val="dk1"/>
                </a:solidFill>
              </a:rPr>
              <a:t>functionality.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 title="5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1426" y="1208575"/>
            <a:ext cx="1524649" cy="3304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 title="50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64425" y="1208575"/>
            <a:ext cx="1524649" cy="3304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Seek / Scrubber BAR 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seek/scrubber bar is unresponsive in temptations. It allows me to drag it in some content, but not others. Instead, when trying to pull the scrubber - it restarts the audio.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9" name="Google Shape;79;p16"/>
          <p:cNvSpPr txBox="1"/>
          <p:nvPr>
            <p:ph idx="2" type="body"/>
          </p:nvPr>
        </p:nvSpPr>
        <p:spPr>
          <a:xfrm>
            <a:off x="5742325" y="1152475"/>
            <a:ext cx="1293900" cy="19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6" title="54.jpeg"/>
          <p:cNvPicPr preferRelativeResize="0"/>
          <p:nvPr/>
        </p:nvPicPr>
        <p:blipFill rotWithShape="1">
          <a:blip r:embed="rId3">
            <a:alphaModFix/>
          </a:blip>
          <a:srcRect b="42617" l="0" r="0" t="7615"/>
          <a:stretch/>
        </p:blipFill>
        <p:spPr>
          <a:xfrm>
            <a:off x="5032075" y="1152475"/>
            <a:ext cx="2373351" cy="255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Subscription</a:t>
            </a:r>
            <a:r>
              <a:rPr lang="en"/>
              <a:t> Selection 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Subscription</a:t>
            </a:r>
            <a:r>
              <a:rPr lang="en">
                <a:solidFill>
                  <a:schemeClr val="dk1"/>
                </a:solidFill>
              </a:rPr>
              <a:t> Selection is not possible for Android. Please Connect it to RevenueCat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7" name="Google Shape;87;p17"/>
          <p:cNvSpPr txBox="1"/>
          <p:nvPr>
            <p:ph idx="2" type="body"/>
          </p:nvPr>
        </p:nvSpPr>
        <p:spPr>
          <a:xfrm>
            <a:off x="6415025" y="1240425"/>
            <a:ext cx="1241400" cy="33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7" title="6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3896" y="359500"/>
            <a:ext cx="2168002" cy="4698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Invitation Links still sending from </a:t>
            </a:r>
            <a:r>
              <a:rPr lang="en"/>
              <a:t>Appwrite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Invitation links sent through the app are still coming through Appwrite and not BREVO,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I know you are already aware of this problem and are </a:t>
            </a:r>
            <a:r>
              <a:rPr lang="en">
                <a:solidFill>
                  <a:schemeClr val="dk1"/>
                </a:solidFill>
              </a:rPr>
              <a:t>actively</a:t>
            </a:r>
            <a:r>
              <a:rPr lang="en">
                <a:solidFill>
                  <a:schemeClr val="dk1"/>
                </a:solidFill>
              </a:rPr>
              <a:t> working on it with the apple version as well.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5" name="Google Shape;95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8" title="Screenshot 2026-08-13 at 8.08.2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9428" y="1334275"/>
            <a:ext cx="5084576" cy="2925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Password Reset Still coming from Appwrite </a:t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3024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I assume that once that once Brevo is properly connected, people will be able to </a:t>
            </a:r>
            <a:r>
              <a:rPr lang="en">
                <a:solidFill>
                  <a:schemeClr val="dk1"/>
                </a:solidFill>
              </a:rPr>
              <a:t>reset</a:t>
            </a:r>
            <a:r>
              <a:rPr lang="en">
                <a:solidFill>
                  <a:schemeClr val="dk1"/>
                </a:solidFill>
              </a:rPr>
              <a:t> their passwords - </a:t>
            </a:r>
            <a:r>
              <a:rPr lang="en">
                <a:solidFill>
                  <a:schemeClr val="dk1"/>
                </a:solidFill>
              </a:rPr>
              <a:t>that</a:t>
            </a:r>
            <a:r>
              <a:rPr lang="en">
                <a:solidFill>
                  <a:schemeClr val="dk1"/>
                </a:solidFill>
              </a:rPr>
              <a:t> it will show their correct account information.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3" name="Google Shape;103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19" title="Screenshot 2026-08-13 at 8.24.1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0398" y="1251325"/>
            <a:ext cx="5626650" cy="321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sure where to look for customer complaints 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Once the Brevo is connected, I am sure that I will be able to see customer feedback.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 tried to test it, but couldn’t find where these go. I checked nevermoreapp@gmail and </a:t>
            </a:r>
            <a:r>
              <a:rPr lang="en" u="sng">
                <a:solidFill>
                  <a:schemeClr val="hlink"/>
                </a:solidFill>
                <a:hlinkClick r:id="rId3"/>
              </a:rPr>
              <a:t>Louis@nevermoreapp.com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1" name="Google Shape;111;p20"/>
          <p:cNvSpPr txBox="1"/>
          <p:nvPr>
            <p:ph idx="2" type="body"/>
          </p:nvPr>
        </p:nvSpPr>
        <p:spPr>
          <a:xfrm>
            <a:off x="6242200" y="1152475"/>
            <a:ext cx="97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0" title="60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3450" y="1069550"/>
            <a:ext cx="1794151" cy="388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58350"/>
            <a:ext cx="85206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 in Screen (after account has been created)</a:t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sign in button overlaps the password bar.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Please correct.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9" name="Google Shape;119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21" title="56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4875" y="807025"/>
            <a:ext cx="1933676" cy="4190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